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x="12192000" cy="6858000"/>
  <p:notesSz cx="12192000" cy="6858000"/>
  <p:embeddedFontLst>
    <p:embeddedFont>
      <p:font typeface="RGMSDE+NunitoSans-SemiBold"/>
      <p:regular r:id="rId67"/>
    </p:embeddedFont>
    <p:embeddedFont>
      <p:font typeface="UJUWRM+NunitoSans-Regular"/>
      <p:regular r:id="rId68"/>
    </p:embeddedFont>
    <p:embeddedFont>
      <p:font typeface="HASVFV+NunitoSans-Bold"/>
      <p:regular r:id="rId6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42" Type="http://schemas.openxmlformats.org/officeDocument/2006/relationships/slide" Target="slides/slide37.xml" /><Relationship Id="rId43" Type="http://schemas.openxmlformats.org/officeDocument/2006/relationships/slide" Target="slides/slide38.xml" /><Relationship Id="rId44" Type="http://schemas.openxmlformats.org/officeDocument/2006/relationships/slide" Target="slides/slide39.xml" /><Relationship Id="rId45" Type="http://schemas.openxmlformats.org/officeDocument/2006/relationships/slide" Target="slides/slide40.xml" /><Relationship Id="rId46" Type="http://schemas.openxmlformats.org/officeDocument/2006/relationships/slide" Target="slides/slide41.xml" /><Relationship Id="rId47" Type="http://schemas.openxmlformats.org/officeDocument/2006/relationships/slide" Target="slides/slide42.xml" /><Relationship Id="rId48" Type="http://schemas.openxmlformats.org/officeDocument/2006/relationships/slide" Target="slides/slide43.xml" /><Relationship Id="rId49" Type="http://schemas.openxmlformats.org/officeDocument/2006/relationships/slide" Target="slides/slide44.xml" /><Relationship Id="rId5" Type="http://schemas.openxmlformats.org/officeDocument/2006/relationships/slideMaster" Target="slideMasters/slideMaster1.xml" /><Relationship Id="rId50" Type="http://schemas.openxmlformats.org/officeDocument/2006/relationships/slide" Target="slides/slide45.xml" /><Relationship Id="rId51" Type="http://schemas.openxmlformats.org/officeDocument/2006/relationships/slide" Target="slides/slide46.xml" /><Relationship Id="rId52" Type="http://schemas.openxmlformats.org/officeDocument/2006/relationships/slide" Target="slides/slide47.xml" /><Relationship Id="rId53" Type="http://schemas.openxmlformats.org/officeDocument/2006/relationships/slide" Target="slides/slide48.xml" /><Relationship Id="rId54" Type="http://schemas.openxmlformats.org/officeDocument/2006/relationships/slide" Target="slides/slide49.xml" /><Relationship Id="rId55" Type="http://schemas.openxmlformats.org/officeDocument/2006/relationships/slide" Target="slides/slide50.xml" /><Relationship Id="rId56" Type="http://schemas.openxmlformats.org/officeDocument/2006/relationships/slide" Target="slides/slide51.xml" /><Relationship Id="rId57" Type="http://schemas.openxmlformats.org/officeDocument/2006/relationships/slide" Target="slides/slide52.xml" /><Relationship Id="rId58" Type="http://schemas.openxmlformats.org/officeDocument/2006/relationships/slide" Target="slides/slide53.xml" /><Relationship Id="rId59" Type="http://schemas.openxmlformats.org/officeDocument/2006/relationships/slide" Target="slides/slide54.xml" /><Relationship Id="rId6" Type="http://schemas.openxmlformats.org/officeDocument/2006/relationships/slide" Target="slides/slide1.xml" /><Relationship Id="rId60" Type="http://schemas.openxmlformats.org/officeDocument/2006/relationships/slide" Target="slides/slide55.xml" /><Relationship Id="rId61" Type="http://schemas.openxmlformats.org/officeDocument/2006/relationships/slide" Target="slides/slide56.xml" /><Relationship Id="rId62" Type="http://schemas.openxmlformats.org/officeDocument/2006/relationships/slide" Target="slides/slide57.xml" /><Relationship Id="rId63" Type="http://schemas.openxmlformats.org/officeDocument/2006/relationships/slide" Target="slides/slide58.xml" /><Relationship Id="rId64" Type="http://schemas.openxmlformats.org/officeDocument/2006/relationships/slide" Target="slides/slide59.xml" /><Relationship Id="rId65" Type="http://schemas.openxmlformats.org/officeDocument/2006/relationships/slide" Target="slides/slide60.xml" /><Relationship Id="rId66" Type="http://schemas.openxmlformats.org/officeDocument/2006/relationships/slide" Target="slides/slide61.xml" /><Relationship Id="rId67" Type="http://schemas.openxmlformats.org/officeDocument/2006/relationships/font" Target="fonts/font1.fntdata" /><Relationship Id="rId68" Type="http://schemas.openxmlformats.org/officeDocument/2006/relationships/font" Target="fonts/font2.fntdata" /><Relationship Id="rId69" Type="http://schemas.openxmlformats.org/officeDocument/2006/relationships/font" Target="fonts/font3.fntdata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9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0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2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3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6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7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8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9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0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1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2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3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4.pn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5.png" /></Relationships>
</file>

<file path=ppt/slides/_rels/slide4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6.png" /></Relationships>
</file>

<file path=ppt/slides/_rels/slide4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7.png" /></Relationships>
</file>

<file path=ppt/slides/_rels/slide4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8.png" /></Relationships>
</file>

<file path=ppt/slides/_rels/slide4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9.png" /></Relationships>
</file>

<file path=ppt/slides/_rels/slide5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0.png" /></Relationships>
</file>

<file path=ppt/slides/_rels/slide5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1.png" /></Relationships>
</file>

<file path=ppt/slides/_rels/slide5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2.png" /></Relationships>
</file>

<file path=ppt/slides/_rels/slide5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3.png" /></Relationships>
</file>

<file path=ppt/slides/_rels/slide5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4.png" /></Relationships>
</file>

<file path=ppt/slides/_rels/slide5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5.png" /></Relationships>
</file>

<file path=ppt/slides/_rels/slide5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6.png" /></Relationships>
</file>

<file path=ppt/slides/_rels/slide5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7.png" /></Relationships>
</file>

<file path=ppt/slides/_rels/slide5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8.png" /></Relationships>
</file>

<file path=ppt/slides/_rels/slide5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9.png" /></Relationships>
</file>

<file path=ppt/slides/_rels/slide6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0.png" /></Relationships>
</file>

<file path=ppt/slides/_rels/slide6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6994" y="1694032"/>
            <a:ext cx="4822697" cy="1009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65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0">
                <a:solidFill>
                  <a:srgbClr val="000000"/>
                </a:solidFill>
                <a:latin typeface="RGMSDE+NunitoSans-SemiBold"/>
                <a:cs typeface="RGMSDE+NunitoSans-SemiBold"/>
              </a:rPr>
              <a:t>Rebus</a:t>
            </a:r>
            <a:r>
              <a:rPr dirty="0" sz="6000" spc="84">
                <a:solidFill>
                  <a:srgbClr val="000000"/>
                </a:solidFill>
                <a:latin typeface="RGMSDE+NunitoSans-SemiBold"/>
                <a:cs typeface="RGMSDE+NunitoSans-SemiBold"/>
              </a:rPr>
              <a:t> </a:t>
            </a:r>
            <a:r>
              <a:rPr dirty="0" sz="6000">
                <a:solidFill>
                  <a:srgbClr val="000000"/>
                </a:solidFill>
                <a:latin typeface="RGMSDE+NunitoSans-SemiBold"/>
                <a:cs typeface="RGMSDE+NunitoSans-SemiBold"/>
              </a:rPr>
              <a:t>Puzzle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77640" y="5324144"/>
            <a:ext cx="3967276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Once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in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blue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moon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01440" y="4866944"/>
            <a:ext cx="2642768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For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instance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20440" y="5171744"/>
            <a:ext cx="5625083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Nothing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good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on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television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29985" y="5347970"/>
            <a:ext cx="3499104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Green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with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envy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5463" y="5095544"/>
            <a:ext cx="3514648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A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friend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in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need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30051" y="5347971"/>
            <a:ext cx="3506419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No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one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to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blame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74511" y="2033749"/>
            <a:ext cx="8559291" cy="1292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ABCDEFGHIJKLMNOPQRSTUVWYZ</a:t>
            </a:r>
          </a:p>
          <a:p>
            <a:pPr marL="128196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QQQQQQQQQQQQQQQQQQQQQ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0440" y="4028744"/>
            <a:ext cx="6094908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Missing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X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+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Q’s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=</a:t>
            </a:r>
            <a:r>
              <a:rPr dirty="0" sz="3600" spc="827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No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excuse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16368" y="2759093"/>
            <a:ext cx="3899880" cy="753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63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TEN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 b="1">
                <a:solidFill>
                  <a:srgbClr val="000000"/>
                </a:solidFill>
                <a:latin typeface="HASVFV+NunitoSans-Bold"/>
                <a:cs typeface="HASVFV+NunitoSans-Bold"/>
              </a:rPr>
              <a:t>BAD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9640" y="4333544"/>
            <a:ext cx="2883713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Bad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intention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96526" y="2471892"/>
            <a:ext cx="4094480" cy="1292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6371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BIG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BIG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IGNORE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IGNORE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8640" y="4409744"/>
            <a:ext cx="3372459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To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big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to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ignore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34580" y="1576549"/>
            <a:ext cx="6756908" cy="1292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COME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TABLE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TABLE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TABLE</a:t>
            </a:r>
          </a:p>
          <a:p>
            <a:pPr marL="2465723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TABLE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92039" y="3571544"/>
            <a:ext cx="2775356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Comfortable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48310" y="1855167"/>
            <a:ext cx="6618273" cy="2088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13457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ESTIMATE</a:t>
            </a:r>
          </a:p>
          <a:p>
            <a:pPr marL="0" marR="0">
              <a:lnSpc>
                <a:spcPts val="5280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-----------------</a:t>
            </a:r>
            <a:r>
              <a:rPr dirty="0" sz="4400" spc="1135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UR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NME</a:t>
            </a:r>
          </a:p>
          <a:p>
            <a:pPr marL="1409599" marR="0">
              <a:lnSpc>
                <a:spcPts val="52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NEVER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20440" y="4276400"/>
            <a:ext cx="6929933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Never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underestimate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your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enemy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44580" y="2149493"/>
            <a:ext cx="5405119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CHAWHOWHORGE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53840" y="3565369"/>
            <a:ext cx="4214368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Who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in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charge?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95002" y="1357013"/>
            <a:ext cx="829665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J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2402" y="2027573"/>
            <a:ext cx="4337811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A2345678910Q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44240" y="3800144"/>
            <a:ext cx="6381340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High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+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Jack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+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King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=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Hijacking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11086" y="1387493"/>
            <a:ext cx="3561079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ESIW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KCOLC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82440" y="3114344"/>
            <a:ext cx="3101796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Anti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clockwise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79848" y="893137"/>
            <a:ext cx="5486400" cy="1292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36814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BRIDGE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_____________________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15059" y="2721937"/>
            <a:ext cx="2617215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HIJKLMNO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01440" y="4104944"/>
            <a:ext cx="4958943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Water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under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the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bridge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92269" y="1692293"/>
            <a:ext cx="4272432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YOU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CONTOL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34840" y="3272919"/>
            <a:ext cx="4216400" cy="5582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You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are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out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of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control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58566" y="4869965"/>
            <a:ext cx="2641853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Square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root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39639" y="4174969"/>
            <a:ext cx="2326132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Summary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8240" y="4632169"/>
            <a:ext cx="1986788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Tenants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96432" y="1692293"/>
            <a:ext cx="3305150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/r/e/a/d/i/n/g/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5240" y="3196719"/>
            <a:ext cx="4977181" cy="554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Reading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between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the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lines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45370" y="1616093"/>
            <a:ext cx="2063496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ADNST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5240" y="2821894"/>
            <a:ext cx="4837786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STAND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in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alphabetical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order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26299" y="3717769"/>
            <a:ext cx="2778759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Arctic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circle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20593" y="1216981"/>
            <a:ext cx="456183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0789" y="1826581"/>
            <a:ext cx="3560571" cy="1292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R</a:t>
            </a:r>
            <a:r>
              <a:rPr dirty="0" sz="4000" spc="2063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WORLD</a:t>
            </a:r>
            <a:r>
              <a:rPr dirty="0" sz="4000" spc="2063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P</a:t>
            </a:r>
          </a:p>
          <a:p>
            <a:pPr marL="1636322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82440" y="3501519"/>
            <a:ext cx="4089196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Trip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around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the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world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98876" y="1616093"/>
            <a:ext cx="3166567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O_ER_T_O_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87239" y="3202894"/>
            <a:ext cx="3402583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PAIN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less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operation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25240" y="4327369"/>
            <a:ext cx="4468876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Ready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for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anything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71540" y="1463693"/>
            <a:ext cx="4549038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ITIT,NCENTCENT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7040" y="2974294"/>
            <a:ext cx="6393536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Its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common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sense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(its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comma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n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cents)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06240" y="4860769"/>
            <a:ext cx="2494788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Note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book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34839" y="1044593"/>
            <a:ext cx="3082188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MEREPEAT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6240" y="2727168"/>
            <a:ext cx="3792220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Repeat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after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me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794372" y="890749"/>
            <a:ext cx="2328164" cy="683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GRA</a:t>
            </a:r>
            <a:r>
              <a:rPr dirty="0" sz="4000" strike="sngStrike">
                <a:solidFill>
                  <a:srgbClr val="000000"/>
                </a:solidFill>
                <a:latin typeface="UJUWRM+NunitoSans-Regular"/>
                <a:cs typeface="UJUWRM+NunitoSans-Regular"/>
              </a:rPr>
              <a:t>V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77640" y="2504744"/>
            <a:ext cx="3697985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Center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of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gravity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63439" y="3723944"/>
            <a:ext cx="2920745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Diamond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ring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77640" y="3641569"/>
            <a:ext cx="1214120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CAR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73715" y="1235093"/>
            <a:ext cx="5121809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THINKBBBBULEAP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34840" y="2891919"/>
            <a:ext cx="4059123" cy="554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Think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before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you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leap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45528" y="1311293"/>
            <a:ext cx="4833467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POT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OOOOOOOO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9040" y="3038144"/>
            <a:ext cx="4653534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Potatoes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(Pot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+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8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O’s)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91691" y="1616093"/>
            <a:ext cx="5675019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1,2,3……38,39,40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LIFE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51442" y="3050494"/>
            <a:ext cx="5234279" cy="489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Life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begins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at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40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or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Life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after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40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29183" y="1692293"/>
            <a:ext cx="7318451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IMPORTANT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=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IMPORTANT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5240" y="3044319"/>
            <a:ext cx="3417010" cy="5582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Equal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200" b="1">
                <a:solidFill>
                  <a:srgbClr val="000000"/>
                </a:solidFill>
                <a:latin typeface="HASVFV+NunitoSans-Bold"/>
                <a:cs typeface="HASVFV+NunitoSans-Bold"/>
              </a:rPr>
              <a:t>importance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39849" y="1463693"/>
            <a:ext cx="7182663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abcdefghijklmnopqrstvwxyz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87240" y="2974294"/>
            <a:ext cx="2093976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Missing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you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12538" y="1920893"/>
            <a:ext cx="3570256" cy="753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631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b="1">
                <a:solidFill>
                  <a:srgbClr val="000000"/>
                </a:solidFill>
                <a:latin typeface="HASVFV+NunitoSans-Bold"/>
                <a:cs typeface="HASVFV+NunitoSans-Bold"/>
              </a:rPr>
              <a:t>BLOOD</a:t>
            </a:r>
            <a:r>
              <a:rPr dirty="0" sz="4400" spc="-243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WATER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7649" y="3196719"/>
            <a:ext cx="5004410" cy="554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Blood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is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thicker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than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water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44318" y="1387493"/>
            <a:ext cx="4954168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ME111ONEONE11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9039" y="2974294"/>
            <a:ext cx="4270247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Someone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is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following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me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91840" y="4803094"/>
            <a:ext cx="5388610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What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goes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up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must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come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down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68921" y="1387493"/>
            <a:ext cx="2244547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EILN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PU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96640" y="2821894"/>
            <a:ext cx="4624425" cy="4897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Line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up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in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alphabetical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2800">
                <a:solidFill>
                  <a:srgbClr val="000000"/>
                </a:solidFill>
                <a:latin typeface="UJUWRM+NunitoSans-Regular"/>
                <a:cs typeface="UJUWRM+NunitoSans-Regular"/>
              </a:rPr>
              <a:t>order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83239" y="1616093"/>
            <a:ext cx="3339795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OVER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9635" y="2605327"/>
            <a:ext cx="4402987" cy="623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08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Over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and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over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3600" b="1">
                <a:solidFill>
                  <a:srgbClr val="000000"/>
                </a:solidFill>
                <a:latin typeface="HASVFV+NunitoSans-Bold"/>
                <a:cs typeface="HASVFV+NunitoSans-Bold"/>
              </a:rPr>
              <a:t>again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53840" y="4263519"/>
            <a:ext cx="3042161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Love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at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 spc="-34">
                <a:solidFill>
                  <a:srgbClr val="000000"/>
                </a:solidFill>
                <a:latin typeface="UJUWRM+NunitoSans-Regular"/>
                <a:cs typeface="UJUWRM+NunitoSans-Regular"/>
              </a:rPr>
              <a:t>1</a:t>
            </a:r>
            <a:r>
              <a:rPr dirty="0" sz="3150" baseline="30000">
                <a:solidFill>
                  <a:srgbClr val="000000"/>
                </a:solidFill>
                <a:latin typeface="UJUWRM+NunitoSans-Regular"/>
                <a:cs typeface="UJUWRM+NunitoSans-Regular"/>
              </a:rPr>
              <a:t>st</a:t>
            </a:r>
            <a:r>
              <a:rPr dirty="0" sz="3150" baseline="30000" spc="265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sight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92040" y="4485944"/>
            <a:ext cx="2255520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3d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movies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45016" y="1463693"/>
            <a:ext cx="2792730" cy="747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2222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9640" y="2809544"/>
            <a:ext cx="1886102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Tuesday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16446" y="4104944"/>
            <a:ext cx="3383433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Mixed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emotions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92040" y="4796919"/>
            <a:ext cx="2984195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No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excuse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for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it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42132" y="4187319"/>
            <a:ext cx="3157322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Miss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understood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44491" y="4574494"/>
            <a:ext cx="3218382" cy="4932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You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will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get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over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 </a:t>
            </a:r>
            <a:r>
              <a:rPr dirty="0" sz="2800" b="1">
                <a:solidFill>
                  <a:srgbClr val="000000"/>
                </a:solidFill>
                <a:latin typeface="HASVFV+NunitoSans-Bold"/>
                <a:cs typeface="HASVFV+NunitoSans-Bold"/>
              </a:rPr>
              <a:t>it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99275" y="5171744"/>
            <a:ext cx="2010918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Feel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Free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06240" y="4936969"/>
            <a:ext cx="3292856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ate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some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pie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03073" y="488327"/>
            <a:ext cx="3751071" cy="3121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ISSUES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11040" y="4022569"/>
            <a:ext cx="3119628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Tennis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shoes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470400" y="966949"/>
            <a:ext cx="3403091" cy="1292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6563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STANDS</a:t>
            </a:r>
          </a:p>
          <a:p>
            <a:pPr marL="0" marR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0__23456789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06239" y="2815719"/>
            <a:ext cx="3927448" cy="5542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No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one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under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stands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49040" y="4104944"/>
            <a:ext cx="4743145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To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infinity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and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Beyond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358640" y="4174969"/>
            <a:ext cx="3083052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For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a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change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55428" y="523543"/>
            <a:ext cx="501700" cy="2264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O</a:t>
            </a:r>
          </a:p>
          <a:p>
            <a:pPr marL="0" marR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N</a:t>
            </a:r>
          </a:p>
          <a:p>
            <a:pPr marL="0" marR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C</a:t>
            </a:r>
          </a:p>
          <a:p>
            <a:pPr marL="0" marR="0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01555" y="2718104"/>
            <a:ext cx="1193444" cy="6187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TIME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01412" y="3646366"/>
            <a:ext cx="3346297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Once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upon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a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time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92040" y="2565241"/>
            <a:ext cx="2459888" cy="15488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7269" marR="0">
              <a:lnSpc>
                <a:spcPts val="4572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+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R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Nacl</a:t>
            </a:r>
          </a:p>
          <a:p>
            <a:pPr marL="0" marR="0">
              <a:lnSpc>
                <a:spcPts val="4572"/>
              </a:lnSpc>
              <a:spcBef>
                <a:spcPts val="2701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Somersault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45042" y="2737338"/>
            <a:ext cx="2326640" cy="6832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UJUWRM+NunitoSans-Regular"/>
                <a:cs typeface="UJUWRM+NunitoSans-Regular"/>
              </a:rPr>
              <a:t>SOIUDTE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96840" y="3577719"/>
            <a:ext cx="1923897" cy="5542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63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Inside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200">
                <a:solidFill>
                  <a:srgbClr val="000000"/>
                </a:solidFill>
                <a:latin typeface="UJUWRM+NunitoSans-Regular"/>
                <a:cs typeface="UJUWRM+NunitoSans-Regular"/>
              </a:rPr>
              <a:t>out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53840" y="2358281"/>
            <a:ext cx="2102358" cy="14510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1923" marR="0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JUWRM+NunitoSans-Regular"/>
                <a:cs typeface="UJUWRM+NunitoSans-Regular"/>
              </a:rPr>
              <a:t>SURIV</a:t>
            </a:r>
          </a:p>
          <a:p>
            <a:pPr marL="0" marR="0">
              <a:lnSpc>
                <a:spcPts val="4572"/>
              </a:lnSpc>
              <a:spcBef>
                <a:spcPts val="915"/>
              </a:spcBef>
              <a:spcAft>
                <a:spcPts val="0"/>
              </a:spcAft>
            </a:pP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Anti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 </a:t>
            </a:r>
            <a:r>
              <a:rPr dirty="0" sz="3600">
                <a:solidFill>
                  <a:srgbClr val="000000"/>
                </a:solidFill>
                <a:latin typeface="UJUWRM+NunitoSans-Regular"/>
                <a:cs typeface="UJUWRM+NunitoSans-Regular"/>
              </a:rPr>
              <a:t>virus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03582" y="2360617"/>
            <a:ext cx="6181343" cy="1338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39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0" b="1">
                <a:solidFill>
                  <a:srgbClr val="f05136"/>
                </a:solidFill>
                <a:latin typeface="HASVFV+NunitoSans-Bold"/>
                <a:cs typeface="HASVFV+NunitoSans-Bold"/>
              </a:rPr>
              <a:t>THANK</a:t>
            </a:r>
            <a:r>
              <a:rPr dirty="0" sz="8000" b="1">
                <a:solidFill>
                  <a:srgbClr val="f05136"/>
                </a:solidFill>
                <a:latin typeface="HASVFV+NunitoSans-Bold"/>
                <a:cs typeface="HASVFV+NunitoSans-Bold"/>
              </a:rPr>
              <a:t> </a:t>
            </a:r>
            <a:r>
              <a:rPr dirty="0" sz="8000" b="1">
                <a:solidFill>
                  <a:srgbClr val="f05136"/>
                </a:solidFill>
                <a:latin typeface="HASVFV+NunitoSans-Bold"/>
                <a:cs typeface="HASVFV+NunitoSans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2023-08-09T00:30:41-05:00</dcterms:modified>
</cp:coreProperties>
</file>